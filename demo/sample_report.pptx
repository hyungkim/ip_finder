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실제로는 도포 패턴을 전면 도포에서 십자형 부분 도포로 바꾼 것이 효과가 가장 컸음. 슬라이드에는 넣지 않음.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PS-200 압력 센서 모듈 고온 드리프트 개선 결과 보고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품질혁신팀 · 공정기술팀</a:t>
            </a:r>
          </a:p>
          <a:p>
            <a:r>
              <a:t>2026. 10.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/>
              <a:t>PS-200 개선 보고 | 대외비 | 품질혁신팀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목차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배경 및 문제점</a:t>
            </a:r>
          </a:p>
          <a:p>
            <a:r>
              <a:t>2. 원인 분석</a:t>
            </a:r>
          </a:p>
          <a:p>
            <a:r>
              <a:t>3. 개선안</a:t>
            </a:r>
          </a:p>
          <a:p>
            <a:r>
              <a:t>4. 검증 결과</a:t>
            </a:r>
          </a:p>
          <a:p>
            <a:r>
              <a:t>5. 추가 검토 사항</a:t>
            </a:r>
          </a:p>
          <a:p>
            <a:r>
              <a:t>6. 양산 적용 일정 및 비용</a:t>
            </a:r>
          </a:p>
          <a:p>
            <a:r>
              <a:t>7. 향후 계획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/>
              <a:t>PS-200 개선 보고 | 대외비 | 품질혁신팀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배경 및 문제점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고온(85℃ 이상) 환경에서 출력 오프셋이 시간에 따라 변하는 드리프트 현상 발생</a:t>
            </a:r>
          </a:p>
          <a:p>
            <a:r>
              <a:t>2분기 필드 불량률 1.8%로 목표 0.5% 대비 초과</a:t>
            </a:r>
          </a:p>
          <a:p>
            <a:r>
              <a:t>주요 고객 A사 클레임 3건 접수, 11월까지 대응 방안 회신 요청</a:t>
            </a:r>
          </a:p>
          <a:p>
            <a:r>
              <a:t>기존 보정 방식은 상온 1점 캘리브레이션만 수행하여 온도 변화 대응 불가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/>
              <a:t>PS-200 개선 보고 | 대외비 | 품질혁신팀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원인 분석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다이 어태치 접착제(에폭시계)와 세라믹 기판의 열팽창계수 차이로 고온에서 다이에 응력 발생</a:t>
            </a:r>
          </a:p>
          <a:p>
            <a:r>
              <a:t>응력이 피에조 저항 브리지의 불균형을 유발하여 오프셋 변화로 나타남</a:t>
            </a:r>
          </a:p>
          <a:p>
            <a:r>
              <a:t>접착제 두께 편차(±15㎛)가 클수록 드리프트가 커지는 경향 확인</a:t>
            </a:r>
          </a:p>
          <a:p>
            <a:r>
              <a:t>전원 리플의 영향도 일부 있으나 기여도는 10% 미만으로 추정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/>
              <a:t>PS-200 개선 보고 | 대외비 | 품질혁신팀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개선안 1: 패키지 접착 구조 변경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접착제를 저탄성 실리콘계로 변경하여 다이로 전달되는 응력 저감</a:t>
            </a:r>
          </a:p>
          <a:p>
            <a:r>
              <a:t>다이 하부에 응력 완충용 더미 층(폴리이미드 25㎛) 삽입</a:t>
            </a:r>
          </a:p>
          <a:p>
            <a:r>
              <a:t>접착제 도포량 자동 제어로 두께 편차 ±5㎛ 이내 관리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/>
              <a:t>PS-200 개선 보고 | 대외비 | 품질혁신팀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개선안 2: 온도 보상 알고리즘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펌웨어에서 온도별 오프셋을 2차 다항식으로 보정</a:t>
            </a:r>
          </a:p>
          <a:p>
            <a:r>
              <a:t>캘리브레이션 포인트를 1점(25℃)에서 3점(-20/25/85℃)으로 확대</a:t>
            </a:r>
          </a:p>
          <a:p>
            <a:r>
              <a:t>보정 계수는 모듈별로 OTP 메모리에 저장하고 부팅 시 로드</a:t>
            </a:r>
          </a:p>
          <a:p>
            <a:r>
              <a:t>연산량 증가는 기존 MCU 사이클 내에서 수용 가능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/>
              <a:t>PS-200 개선 보고 | 대외비 | 품질혁신팀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개선 전후 구조 비교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828800"/>
            <a:ext cx="3200400" cy="2743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0" y="1828800"/>
            <a:ext cx="3200400" cy="2743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/>
              <a:t>PS-200 개선 보고 | 대외비 | 품질혁신팀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검증 결과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85℃ 500시간 시험에서 오프셋 드리프트 0.35%FS → 0.10%FS (약 70% 감소)</a:t>
            </a:r>
          </a:p>
          <a:p>
            <a:r>
              <a:t>조립 수율 92.1% → 97.8%로 향상</a:t>
            </a:r>
          </a:p>
          <a:p>
            <a:r>
              <a:t>응답 시간은 1.2ms로 변화 없음</a:t>
            </a:r>
          </a:p>
          <a:p>
            <a:r>
              <a:t>두 개선안을 모두 적용한 조건의 결과이며 개별 기여도는 별도 분석 예정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4754880"/>
          <a:ext cx="73152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365760">
                <a:tc>
                  <a:txBody>
                    <a:bodyPr/>
                    <a:lstStyle/>
                    <a:p>
                      <a:r>
                        <a:t>항목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개선 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개선 후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오프셋 드리프트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0.35 %FS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0.10 %FS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조립 수율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92.1 %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97.8 %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74320" y="64008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/>
              <a:t>PS-200 개선 보고 | 대외비 | 품질혁신팀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추가 검토 사항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전원 노이즈가 큰 일부 고객 설비에서 간헐적 출력 스파이크 관측</a:t>
            </a:r>
          </a:p>
          <a:p>
            <a:r>
              <a:t>입력단 필터 구조 변경(RC → LC) 검토 예정</a:t>
            </a:r>
          </a:p>
          <a:p>
            <a:r>
              <a:t>경쟁사 B 제품 대비 응답 속도 우위(1.2ms vs 2.0ms)는 유지 확인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/>
              <a:t>PS-200 개선 보고 | 대외비 | 품질혁신팀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양산 적용 일정 및 비용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3분기 파일럿 라인 적용, 4분기 양산 전환</a:t>
            </a:r>
          </a:p>
          <a:p>
            <a:r>
              <a:t>접착제 변경에 따른 재료비 단가 약 4% 상승</a:t>
            </a:r>
          </a:p>
          <a:p>
            <a:r>
              <a:t>도포 설비 개조 비용 1.2억 원, 설비팀 협의 완료</a:t>
            </a:r>
          </a:p>
          <a:p>
            <a:r>
              <a:t>담당: 품질혁신팀(검증), 공정기술팀(설비)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/>
              <a:t>PS-200 개선 보고 | 대외비 | 품질혁신팀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향후 계획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차기 모델 PS-300에 자체 개발 온도 보정 IP 적용 예정</a:t>
            </a:r>
          </a:p>
          <a:p>
            <a:r>
              <a:t>생산 데이터 기반 AI 이상 감지 도입 검토</a:t>
            </a:r>
          </a:p>
          <a:p>
            <a:r>
              <a:t>사내 조립 공정 표준 개정 추진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/>
              <a:t>PS-200 개선 보고 | 대외비 | 품질혁신팀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감사합니다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/>
              <a:t>PS-200 개선 보고 | 대외비 | 품질혁신팀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